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7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68" r:id="rId12"/>
    <p:sldId id="2146847055" r:id="rId13"/>
    <p:sldId id="269" r:id="rId14"/>
    <p:sldId id="2146847056" r:id="rId15"/>
    <p:sldId id="2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7B13D3-2CB1-47D5-AEDF-B89FC5D354D3}" v="1" dt="2026-09-02T07:01:32.1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404" autoAdjust="0"/>
  </p:normalViewPr>
  <p:slideViewPr>
    <p:cSldViewPr snapToGrid="0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anshi Agarwal" userId="fbc790784cff5139" providerId="LiveId" clId="{7859F273-1FCB-4476-B9A5-84394077A6E5}"/>
    <pc:docChg chg="modSld sldOrd">
      <pc:chgData name="Deepanshi Agarwal" userId="fbc790784cff5139" providerId="LiveId" clId="{7859F273-1FCB-4476-B9A5-84394077A6E5}" dt="2026-09-02T07:01:59.391" v="2"/>
      <pc:docMkLst>
        <pc:docMk/>
      </pc:docMkLst>
      <pc:sldChg chg="ord">
        <pc:chgData name="Deepanshi Agarwal" userId="fbc790784cff5139" providerId="LiveId" clId="{7859F273-1FCB-4476-B9A5-84394077A6E5}" dt="2026-09-02T07:01:59.391" v="2"/>
        <pc:sldMkLst>
          <pc:docMk/>
          <pc:sldMk cId="4066255318" sldId="259"/>
        </pc:sldMkLst>
      </pc:sldChg>
      <pc:sldChg chg="modSp">
        <pc:chgData name="Deepanshi Agarwal" userId="fbc790784cff5139" providerId="LiveId" clId="{7859F273-1FCB-4476-B9A5-84394077A6E5}" dt="2026-09-02T07:01:32.100" v="0"/>
        <pc:sldMkLst>
          <pc:docMk/>
          <pc:sldMk cId="258852918" sldId="2146847056"/>
        </pc:sldMkLst>
        <pc:spChg chg="mod">
          <ac:chgData name="Deepanshi Agarwal" userId="fbc790784cff5139" providerId="LiveId" clId="{7859F273-1FCB-4476-B9A5-84394077A6E5}" dt="2026-09-02T07:01:32.100" v="0"/>
          <ac:spMkLst>
            <pc:docMk/>
            <pc:sldMk cId="258852918" sldId="2146847056"/>
            <ac:spMk id="3" creationId="{618C47C2-EF01-12B0-99EA-861F9629D1D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9/2/2026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9/2/2026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index.html" TargetMode="External"/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aicte-batch1-resume-builder-fuurng7gntvmkafiuf6own.streamlit.app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987" y="1973990"/>
            <a:ext cx="9144000" cy="977778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FLASHFORGE AI~</a:t>
            </a:r>
            <a:br>
              <a:rPr lang="en-IN" dirty="0"/>
            </a:br>
            <a:r>
              <a:rPr lang="en-IN" b="1" dirty="0"/>
              <a:t>An Intelligent Generative AI-Powered Flashcard Generator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267324" y="732396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i="1" u="sng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86209" y="3983870"/>
            <a:ext cx="7980183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Name- DEEPANSHI AGARWAL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Name- MANIPAL UNIVERSITY, JAIPUR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 - BBA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4.   AICTE ID- STU6a68a895919291785243797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>
                <a:latin typeface="Arial"/>
                <a:ea typeface="+mn-lt"/>
                <a:cs typeface="Arial"/>
              </a:rPr>
              <a:t>  </a:t>
            </a:r>
            <a:endParaRPr lang="en-US">
              <a:latin typeface="Arial"/>
              <a:cs typeface="Arial"/>
            </a:endParaRPr>
          </a:p>
          <a:p>
            <a:r>
              <a:rPr lang="en-US" sz="2000" b="1">
                <a:latin typeface="Arial"/>
                <a:ea typeface="+mn-lt"/>
                <a:cs typeface="Arial"/>
              </a:rPr>
              <a:t>Problem Statement </a:t>
            </a:r>
            <a:r>
              <a:rPr lang="en-US" sz="2000">
                <a:latin typeface="Arial"/>
                <a:ea typeface="+mn-lt"/>
                <a:cs typeface="Arial"/>
              </a:rPr>
              <a:t>(Should not include solution)</a:t>
            </a:r>
            <a:endParaRPr lang="en-US">
              <a:latin typeface="Arial"/>
              <a:cs typeface="Arial"/>
            </a:endParaRPr>
          </a:p>
          <a:p>
            <a:r>
              <a:rPr lang="en-US" sz="2000" b="1">
                <a:latin typeface="Arial"/>
                <a:ea typeface="+mn-lt"/>
                <a:cs typeface="Arial"/>
              </a:rPr>
              <a:t>Proposed System/Solution</a:t>
            </a:r>
            <a:endParaRPr lang="en-US">
              <a:latin typeface="Arial"/>
              <a:cs typeface="Arial"/>
            </a:endParaRPr>
          </a:p>
          <a:p>
            <a:r>
              <a:rPr lang="en-US" sz="2000" b="1">
                <a:latin typeface="Arial"/>
                <a:ea typeface="+mn-lt"/>
                <a:cs typeface="Calibri"/>
              </a:rPr>
              <a:t>System </a:t>
            </a:r>
            <a:r>
              <a:rPr lang="en-US" sz="2000" b="1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>
                <a:latin typeface="Arial"/>
                <a:ea typeface="+mn-lt"/>
                <a:cs typeface="+mn-lt"/>
              </a:rPr>
              <a:t>(Technology Used) </a:t>
            </a:r>
            <a:endParaRPr lang="en-US">
              <a:latin typeface="Arial"/>
              <a:ea typeface="+mn-lt"/>
              <a:cs typeface="+mn-lt"/>
            </a:endParaRPr>
          </a:p>
          <a:p>
            <a:r>
              <a:rPr lang="en-US" sz="2000" b="1">
                <a:latin typeface="Arial"/>
                <a:ea typeface="+mn-lt"/>
                <a:cs typeface="+mn-lt"/>
              </a:rPr>
              <a:t>Algorithm &amp; Deployment  </a:t>
            </a:r>
            <a:endParaRPr lang="en-US">
              <a:latin typeface="Arial"/>
              <a:cs typeface="Calibri"/>
            </a:endParaRPr>
          </a:p>
          <a:p>
            <a:r>
              <a:rPr lang="en-US" sz="2000" b="1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>
                <a:latin typeface="Arial"/>
                <a:ea typeface="+mn-lt"/>
                <a:cs typeface="Arial"/>
              </a:rPr>
              <a:t>Conclusion</a:t>
            </a:r>
            <a:endParaRPr lang="en-US">
              <a:latin typeface="Arial"/>
              <a:cs typeface="Arial"/>
            </a:endParaRPr>
          </a:p>
          <a:p>
            <a:r>
              <a:rPr lang="en-US" sz="2000" b="1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>
                <a:latin typeface="Arial"/>
                <a:ea typeface="+mn-lt"/>
                <a:cs typeface="Arial"/>
              </a:rPr>
              <a:t>References</a:t>
            </a:r>
            <a:endParaRPr lang="en-US">
              <a:latin typeface="Arial"/>
              <a:cs typeface="Arial"/>
            </a:endParaRPr>
          </a:p>
          <a:p>
            <a:endParaRPr lang="en-US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691" y="1482520"/>
            <a:ext cx="11029615" cy="4673324"/>
          </a:xfrm>
        </p:spPr>
        <p:txBody>
          <a:bodyPr/>
          <a:lstStyle/>
          <a:p>
            <a:r>
              <a:rPr lang="en-IN" sz="3200" dirty="0"/>
              <a:t>Students often spend a significant amount of time creating revision notes and flashcards manually from lengthy study material. Converting large amounts of text into concise questions and answers can be time-consuming and repetitive. Students may also find it difficult to identify the most important concepts from their notes for effective revision.</a:t>
            </a:r>
          </a:p>
          <a:p>
            <a:r>
              <a:rPr lang="en-IN" b="1" dirty="0"/>
              <a:t>Problem:</a:t>
            </a:r>
            <a:br>
              <a:rPr lang="en-IN" dirty="0"/>
            </a:br>
            <a:r>
              <a:rPr lang="en-IN" dirty="0"/>
              <a:t>There is a need for a simple and efficient way to convert study material into useful flashcards for quick revision.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626439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IN" sz="1800" b="1" i="1" dirty="0"/>
              <a:t>The proposed system uses Generative AI to automatically create flashcards from user-provided notes or study material:-</a:t>
            </a:r>
          </a:p>
          <a:p>
            <a:r>
              <a:rPr lang="en-IN" sz="1800" b="1" dirty="0"/>
              <a:t>Key components:</a:t>
            </a:r>
            <a:endParaRPr lang="en-IN" sz="1800" dirty="0"/>
          </a:p>
          <a:p>
            <a:r>
              <a:rPr lang="en-IN" sz="1800" b="1" dirty="0"/>
              <a:t>1. User Input</a:t>
            </a:r>
            <a:br>
              <a:rPr lang="en-IN" sz="1800" dirty="0"/>
            </a:br>
            <a:r>
              <a:rPr lang="en-IN" sz="1800" dirty="0"/>
              <a:t>The user enters notes or study material into the application.</a:t>
            </a:r>
          </a:p>
          <a:p>
            <a:r>
              <a:rPr lang="en-IN" sz="1800" b="1" dirty="0"/>
              <a:t>2. Prompt Generation</a:t>
            </a:r>
            <a:br>
              <a:rPr lang="en-IN" sz="1800" dirty="0"/>
            </a:br>
            <a:r>
              <a:rPr lang="en-IN" sz="1800" dirty="0"/>
              <a:t>The Python program converts the user's notes into a structured prompt requesting questions and answers.</a:t>
            </a:r>
          </a:p>
          <a:p>
            <a:r>
              <a:rPr lang="en-IN" sz="1800" b="1" dirty="0"/>
              <a:t>3. AI Generation</a:t>
            </a:r>
            <a:br>
              <a:rPr lang="en-IN" sz="1800" dirty="0"/>
            </a:br>
            <a:r>
              <a:rPr lang="en-IN" sz="1800" dirty="0"/>
              <a:t>Google Gemini processes the prompt and generates relevant flashcards.</a:t>
            </a:r>
          </a:p>
          <a:p>
            <a:r>
              <a:rPr lang="en-IN" sz="1800" b="1" dirty="0"/>
              <a:t>4. Output Display</a:t>
            </a:r>
            <a:br>
              <a:rPr lang="en-IN" sz="1800" dirty="0"/>
            </a:br>
            <a:r>
              <a:rPr lang="en-IN" sz="1800" dirty="0"/>
              <a:t>The generated questions and answers are displayed through a </a:t>
            </a:r>
            <a:r>
              <a:rPr lang="en-IN" sz="1800" dirty="0" err="1"/>
              <a:t>Streamlit</a:t>
            </a:r>
            <a:r>
              <a:rPr lang="en-IN" sz="1800" dirty="0"/>
              <a:t> interface.</a:t>
            </a:r>
          </a:p>
          <a:p>
            <a:r>
              <a:rPr lang="en-IN" sz="1800" b="1" dirty="0"/>
              <a:t>5. User Interaction</a:t>
            </a:r>
            <a:br>
              <a:rPr lang="en-IN" sz="1800" dirty="0"/>
            </a:br>
            <a:r>
              <a:rPr lang="en-IN" sz="1800" dirty="0"/>
              <a:t>The user can enter different topics and generate flashcards for revision.</a:t>
            </a:r>
          </a:p>
          <a:p>
            <a:pPr marL="305435" indent="-305435"/>
            <a:endParaRPr lang="en-IN" sz="1800" b="1" dirty="0">
              <a:latin typeface="Calibri"/>
              <a:cs typeface="Calibri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49" y="1920240"/>
            <a:ext cx="11226760" cy="427518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8000" b="1" dirty="0"/>
              <a:t>Technology Used:</a:t>
            </a:r>
            <a:endParaRPr lang="en-IN" sz="8000" dirty="0"/>
          </a:p>
          <a:p>
            <a:pPr lvl="0"/>
            <a:r>
              <a:rPr lang="en-IN" sz="5600" b="1" dirty="0"/>
              <a:t>Python</a:t>
            </a:r>
            <a:r>
              <a:rPr lang="en-IN" sz="5600" dirty="0"/>
              <a:t> — Main programming language </a:t>
            </a:r>
          </a:p>
          <a:p>
            <a:pPr lvl="0"/>
            <a:r>
              <a:rPr lang="en-IN" sz="5600" b="1" dirty="0" err="1"/>
              <a:t>Streamlit</a:t>
            </a:r>
            <a:r>
              <a:rPr lang="en-IN" sz="5600" dirty="0"/>
              <a:t> — Used to create the web interface </a:t>
            </a:r>
          </a:p>
          <a:p>
            <a:pPr lvl="0"/>
            <a:r>
              <a:rPr lang="en-IN" sz="5600" b="1" dirty="0"/>
              <a:t>Google Gemini API</a:t>
            </a:r>
            <a:r>
              <a:rPr lang="en-IN" sz="5600" dirty="0"/>
              <a:t> — Used for AI-based flashcard generation </a:t>
            </a:r>
          </a:p>
          <a:p>
            <a:pPr lvl="0"/>
            <a:r>
              <a:rPr lang="en-IN" sz="5600" b="1" dirty="0"/>
              <a:t>Google Generative AI Python Library</a:t>
            </a:r>
            <a:r>
              <a:rPr lang="en-IN" sz="5600" dirty="0"/>
              <a:t> — Used to communicate with Gemini </a:t>
            </a:r>
          </a:p>
          <a:p>
            <a:pPr lvl="0"/>
            <a:r>
              <a:rPr lang="en-IN" sz="5600" b="1" dirty="0"/>
              <a:t>VS Code</a:t>
            </a:r>
            <a:r>
              <a:rPr lang="en-IN" sz="5600" dirty="0"/>
              <a:t> — Development environment </a:t>
            </a:r>
          </a:p>
          <a:p>
            <a:r>
              <a:rPr lang="en-IN" sz="5600" b="1" dirty="0"/>
              <a:t>System Requirements</a:t>
            </a:r>
          </a:p>
          <a:p>
            <a:r>
              <a:rPr lang="en-IN" sz="5600" b="1" dirty="0"/>
              <a:t>Software:</a:t>
            </a:r>
            <a:endParaRPr lang="en-IN" sz="5600" dirty="0"/>
          </a:p>
          <a:p>
            <a:pPr lvl="0"/>
            <a:r>
              <a:rPr lang="en-IN" sz="5600" dirty="0"/>
              <a:t>Python </a:t>
            </a:r>
          </a:p>
          <a:p>
            <a:pPr lvl="0"/>
            <a:r>
              <a:rPr lang="en-IN" sz="5600" dirty="0"/>
              <a:t>VS Code </a:t>
            </a:r>
          </a:p>
          <a:p>
            <a:pPr lvl="0"/>
            <a:r>
              <a:rPr lang="en-IN" sz="5600" dirty="0" err="1"/>
              <a:t>Streamlit</a:t>
            </a:r>
            <a:r>
              <a:rPr lang="en-IN" sz="5600" dirty="0"/>
              <a:t> </a:t>
            </a:r>
          </a:p>
          <a:p>
            <a:pPr lvl="0"/>
            <a:r>
              <a:rPr lang="en-IN" sz="5600" dirty="0"/>
              <a:t>Google Generative AI library </a:t>
            </a:r>
          </a:p>
          <a:p>
            <a:pPr lvl="0"/>
            <a:r>
              <a:rPr lang="en-IN" sz="5600" dirty="0"/>
              <a:t>Internet connection </a:t>
            </a:r>
          </a:p>
          <a:p>
            <a:pPr lvl="0"/>
            <a:r>
              <a:rPr lang="en-IN" sz="5600" dirty="0"/>
              <a:t>Gemini API key </a:t>
            </a:r>
          </a:p>
          <a:p>
            <a:r>
              <a:rPr lang="en-IN" sz="5600" b="1" dirty="0"/>
              <a:t>Input:</a:t>
            </a:r>
            <a:br>
              <a:rPr lang="en-IN" sz="5600" dirty="0"/>
            </a:br>
            <a:r>
              <a:rPr lang="en-IN" sz="5600" dirty="0"/>
              <a:t>User-provided notes or study material.</a:t>
            </a:r>
          </a:p>
          <a:p>
            <a:r>
              <a:rPr lang="en-IN" sz="5600" b="1" dirty="0"/>
              <a:t>Output:</a:t>
            </a:r>
            <a:br>
              <a:rPr lang="en-IN" sz="5600" dirty="0"/>
            </a:br>
            <a:r>
              <a:rPr lang="en-IN" sz="5600" dirty="0"/>
              <a:t>AI-generated questions and answers in flashcard format.</a:t>
            </a:r>
          </a:p>
          <a:p>
            <a:pPr marL="0" indent="0">
              <a:buNone/>
            </a:pPr>
            <a:endParaRPr lang="en-IN" sz="1800" b="1" dirty="0">
              <a:solidFill>
                <a:srgbClr val="0F0F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19276"/>
            <a:ext cx="11029616" cy="530296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 sz="32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F0871F-2198-9E37-C96F-3611AA199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720" y="1583104"/>
            <a:ext cx="11029615" cy="4673324"/>
          </a:xfrm>
        </p:spPr>
        <p:txBody>
          <a:bodyPr>
            <a:normAutofit fontScale="25000" lnSpcReduction="20000"/>
          </a:bodyPr>
          <a:lstStyle/>
          <a:p>
            <a:pPr lvl="0"/>
            <a:r>
              <a:rPr lang="en-IN" sz="8000" b="1" dirty="0"/>
              <a:t>User Input:</a:t>
            </a:r>
            <a:br>
              <a:rPr lang="en-IN" sz="8000" dirty="0"/>
            </a:br>
            <a:r>
              <a:rPr lang="en-IN" sz="8000" dirty="0"/>
              <a:t>The user enters notes or study material into the </a:t>
            </a:r>
            <a:r>
              <a:rPr lang="en-IN" sz="8000" dirty="0" err="1"/>
              <a:t>Streamlit</a:t>
            </a:r>
            <a:r>
              <a:rPr lang="en-IN" sz="8000" dirty="0"/>
              <a:t> text area. </a:t>
            </a:r>
          </a:p>
          <a:p>
            <a:pPr lvl="0"/>
            <a:r>
              <a:rPr lang="en-IN" sz="8000" b="1" dirty="0"/>
              <a:t>Prompt Generation:</a:t>
            </a:r>
            <a:br>
              <a:rPr lang="en-IN" sz="8000" dirty="0"/>
            </a:br>
            <a:r>
              <a:rPr lang="en-IN" sz="8000" dirty="0"/>
              <a:t>Python takes the entered notes and creates a structured prompt asking Gemini to generate 5 flashcards with questions and answers. </a:t>
            </a:r>
          </a:p>
          <a:p>
            <a:pPr lvl="0"/>
            <a:r>
              <a:rPr lang="en-IN" sz="8000" b="1" dirty="0"/>
              <a:t>AI Generation:</a:t>
            </a:r>
            <a:br>
              <a:rPr lang="en-IN" sz="8000" dirty="0"/>
            </a:br>
            <a:r>
              <a:rPr lang="en-IN" sz="8000" dirty="0"/>
              <a:t>The prompt is sent to the </a:t>
            </a:r>
            <a:r>
              <a:rPr lang="en-IN" sz="8000" b="1" dirty="0"/>
              <a:t>Google Gemini model</a:t>
            </a:r>
            <a:r>
              <a:rPr lang="en-IN" sz="8000" dirty="0"/>
              <a:t> through the Generative AI API. </a:t>
            </a:r>
          </a:p>
          <a:p>
            <a:pPr lvl="0"/>
            <a:r>
              <a:rPr lang="en-IN" sz="8000" b="1" dirty="0"/>
              <a:t>Response Processing:</a:t>
            </a:r>
            <a:br>
              <a:rPr lang="en-IN" sz="8000" dirty="0"/>
            </a:br>
            <a:r>
              <a:rPr lang="en-IN" sz="8000" dirty="0"/>
              <a:t>Gemini generates the flashcards, and Python receives the generated response. </a:t>
            </a:r>
          </a:p>
          <a:p>
            <a:pPr lvl="0"/>
            <a:r>
              <a:rPr lang="en-IN" sz="8000" b="1" dirty="0"/>
              <a:t>Output Display:</a:t>
            </a:r>
            <a:br>
              <a:rPr lang="en-IN" sz="8000" dirty="0"/>
            </a:br>
            <a:r>
              <a:rPr lang="en-IN" sz="8000" dirty="0" err="1"/>
              <a:t>Streamlit</a:t>
            </a:r>
            <a:r>
              <a:rPr lang="en-IN" sz="8000" dirty="0"/>
              <a:t> displays the generated questions and answers on the user interface. </a:t>
            </a:r>
          </a:p>
          <a:p>
            <a:r>
              <a:rPr lang="en-IN" sz="8000" b="1" dirty="0"/>
              <a:t>▪ Deployment:</a:t>
            </a:r>
            <a:endParaRPr lang="en-IN" sz="8000" dirty="0"/>
          </a:p>
          <a:p>
            <a:pPr lvl="0"/>
            <a:r>
              <a:rPr lang="en-IN" sz="8000" dirty="0"/>
              <a:t>The application is developed using </a:t>
            </a:r>
            <a:r>
              <a:rPr lang="en-IN" sz="8000" b="1" dirty="0"/>
              <a:t>Python and </a:t>
            </a:r>
            <a:r>
              <a:rPr lang="en-IN" sz="8000" b="1" dirty="0" err="1"/>
              <a:t>Streamlit</a:t>
            </a:r>
            <a:r>
              <a:rPr lang="en-IN" sz="8000" dirty="0"/>
              <a:t>. </a:t>
            </a:r>
          </a:p>
          <a:p>
            <a:pPr lvl="0"/>
            <a:r>
              <a:rPr lang="en-IN" sz="8000" dirty="0"/>
              <a:t>It runs locally through </a:t>
            </a:r>
            <a:r>
              <a:rPr lang="en-IN" sz="8000" b="1" dirty="0"/>
              <a:t>localhost:8501</a:t>
            </a:r>
            <a:r>
              <a:rPr lang="en-IN" sz="8000" dirty="0"/>
              <a:t> during development. </a:t>
            </a:r>
          </a:p>
          <a:p>
            <a:pPr lvl="0"/>
            <a:r>
              <a:rPr lang="en-IN" sz="8000" dirty="0"/>
              <a:t>The application can be deployed using </a:t>
            </a:r>
            <a:r>
              <a:rPr lang="en-IN" sz="8000" b="1" dirty="0" err="1"/>
              <a:t>Streamlit</a:t>
            </a:r>
            <a:r>
              <a:rPr lang="en-IN" sz="8000" b="1" dirty="0"/>
              <a:t> Community Cloud</a:t>
            </a:r>
            <a:r>
              <a:rPr lang="en-IN" sz="8000" dirty="0"/>
              <a:t> to create a shareable web link. </a:t>
            </a:r>
          </a:p>
          <a:p>
            <a:pPr marL="0" indent="0">
              <a:buNone/>
            </a:pPr>
            <a:r>
              <a:rPr lang="en-IN" sz="8000" b="1" u="sng" dirty="0"/>
              <a:t>User Input → </a:t>
            </a:r>
            <a:r>
              <a:rPr lang="en-IN" sz="8000" b="1" u="sng" dirty="0" err="1"/>
              <a:t>Streamlit</a:t>
            </a:r>
            <a:r>
              <a:rPr lang="en-IN" sz="8000" b="1" u="sng" dirty="0"/>
              <a:t> → Python Prompt → Gemini AI → Python Response → </a:t>
            </a:r>
            <a:r>
              <a:rPr lang="en-IN" sz="8000" b="1" u="sng" dirty="0" err="1"/>
              <a:t>Streamlit</a:t>
            </a:r>
            <a:r>
              <a:rPr lang="en-IN" sz="8000" b="1" u="sng" dirty="0"/>
              <a:t> Output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305435" indent="-305435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304455-6802-6CA9-8475-2F6DD1B8D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75450" y="1495620"/>
            <a:ext cx="11029615" cy="4673324"/>
          </a:xfrm>
        </p:spPr>
        <p:txBody>
          <a:bodyPr>
            <a:normAutofit/>
          </a:bodyPr>
          <a:lstStyle/>
          <a:p>
            <a:r>
              <a:rPr lang="en-IN" sz="1400" b="1" dirty="0"/>
              <a:t>Accepts study material from the user. </a:t>
            </a:r>
          </a:p>
          <a:p>
            <a:r>
              <a:rPr lang="en-IN" sz="1400" b="1" dirty="0"/>
              <a:t>Sends the information to the Gemini model through a structured prompt</a:t>
            </a:r>
          </a:p>
          <a:p>
            <a:pPr lvl="0"/>
            <a:r>
              <a:rPr lang="en-IN" sz="1400" b="1" dirty="0"/>
              <a:t>Generates five question-and-answer flashcards. </a:t>
            </a:r>
          </a:p>
          <a:p>
            <a:pPr lvl="0"/>
            <a:r>
              <a:rPr lang="en-IN" sz="1400" b="1" dirty="0"/>
              <a:t>Displays the generated flashcards through the </a:t>
            </a:r>
            <a:r>
              <a:rPr lang="en-IN" sz="1400" b="1" dirty="0" err="1"/>
              <a:t>Streamlit</a:t>
            </a:r>
            <a:r>
              <a:rPr lang="en-IN" sz="1400" b="1" dirty="0"/>
              <a:t> interface. </a:t>
            </a:r>
          </a:p>
          <a:p>
            <a:pPr lvl="0"/>
            <a:r>
              <a:rPr lang="en-IN" sz="1400" b="1" dirty="0"/>
              <a:t>Allows users to generate flashcards for different topics.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0195CB-07BD-D2E6-00C9-AAF5B9967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5192" y="2039013"/>
            <a:ext cx="6446808" cy="42680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69113F-8286-5708-80BE-C8C2DEB3C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5192" y="550965"/>
            <a:ext cx="6446808" cy="287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482520"/>
            <a:ext cx="11029615" cy="4673324"/>
          </a:xfrm>
        </p:spPr>
        <p:txBody>
          <a:bodyPr>
            <a:normAutofit/>
          </a:bodyPr>
          <a:lstStyle/>
          <a:p>
            <a:r>
              <a:rPr lang="en-IN" sz="2000" dirty="0"/>
              <a:t>The AI Flash Card Generator provides a simple way to convert study material into question-and-answer flashcards using Generative AI. The project combines Python, </a:t>
            </a:r>
            <a:r>
              <a:rPr lang="en-IN" sz="2000" dirty="0" err="1"/>
              <a:t>Streamlit</a:t>
            </a:r>
            <a:r>
              <a:rPr lang="en-IN" sz="2000" dirty="0"/>
              <a:t>, and Google Gemini to create an interactive learning tool.</a:t>
            </a:r>
          </a:p>
          <a:p>
            <a:r>
              <a:rPr lang="en-IN" sz="2000" dirty="0"/>
              <a:t>It reduces the effort required to manually prepare flashcards and can help students with quick revision of different topics.</a:t>
            </a:r>
          </a:p>
          <a:p>
            <a:r>
              <a:rPr lang="en-IN" sz="2000" b="1" dirty="0"/>
              <a:t>Challenges:</a:t>
            </a:r>
            <a:br>
              <a:rPr lang="en-IN" sz="2000" dirty="0"/>
            </a:br>
            <a:r>
              <a:rPr lang="en-IN" sz="2000" dirty="0"/>
              <a:t>The system depends on internet connectivity and access to the Gemini API for generating responses.</a:t>
            </a:r>
          </a:p>
          <a:p>
            <a:pPr marL="305435" indent="-305435"/>
            <a:endParaRPr lang="en-IN" sz="2000" dirty="0">
              <a:solidFill>
                <a:srgbClr val="404040"/>
              </a:solidFill>
              <a:ea typeface="+mn-lt"/>
              <a:cs typeface="+mn-lt"/>
            </a:endParaRPr>
          </a:p>
          <a:p>
            <a:pPr marL="305435" indent="-305435"/>
            <a:endParaRPr lang="en-IN" sz="2000" dirty="0">
              <a:solidFill>
                <a:srgbClr val="0F0F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38FD1-D00E-E75B-705C-564F06D93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74955"/>
            <a:ext cx="11029615" cy="4673324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The project can be further improved by adding:</a:t>
            </a:r>
          </a:p>
          <a:p>
            <a:pPr lvl="0"/>
            <a:r>
              <a:rPr lang="en-IN" b="1" dirty="0"/>
              <a:t>Custom number of flashcards</a:t>
            </a:r>
            <a:r>
              <a:rPr lang="en-IN" dirty="0"/>
              <a:t> — Allow users to choose 5, 10, 20, etc. </a:t>
            </a:r>
          </a:p>
          <a:p>
            <a:pPr lvl="0"/>
            <a:r>
              <a:rPr lang="en-IN" b="1" dirty="0"/>
              <a:t>Difficulty levels</a:t>
            </a:r>
            <a:r>
              <a:rPr lang="en-IN" dirty="0"/>
              <a:t> — Easy, Medium and Hard questions. </a:t>
            </a:r>
          </a:p>
          <a:p>
            <a:pPr lvl="0"/>
            <a:r>
              <a:rPr lang="en-IN" b="1" dirty="0"/>
              <a:t>Multiple input formats</a:t>
            </a:r>
            <a:r>
              <a:rPr lang="en-IN" dirty="0"/>
              <a:t> — PDF, DOCX and images. </a:t>
            </a:r>
          </a:p>
          <a:p>
            <a:pPr lvl="0"/>
            <a:r>
              <a:rPr lang="en-IN" b="1" dirty="0"/>
              <a:t>Subject selection</a:t>
            </a:r>
            <a:r>
              <a:rPr lang="en-IN" dirty="0"/>
              <a:t> — Science, Mathematics, History, etc. </a:t>
            </a:r>
          </a:p>
          <a:p>
            <a:pPr lvl="0"/>
            <a:r>
              <a:rPr lang="en-IN" b="1" dirty="0"/>
              <a:t>Save flashcards</a:t>
            </a:r>
            <a:r>
              <a:rPr lang="en-IN" dirty="0"/>
              <a:t> — Allow users to save generated flashcards. </a:t>
            </a:r>
          </a:p>
          <a:p>
            <a:pPr lvl="0"/>
            <a:r>
              <a:rPr lang="en-IN" b="1" dirty="0"/>
              <a:t>Quiz mode</a:t>
            </a:r>
            <a:r>
              <a:rPr lang="en-IN" dirty="0"/>
              <a:t> — Convert flashcards into interactive quizzes. </a:t>
            </a:r>
          </a:p>
          <a:p>
            <a:pPr lvl="0"/>
            <a:r>
              <a:rPr lang="en-IN" b="1" dirty="0"/>
              <a:t>Multiple languages</a:t>
            </a:r>
            <a:r>
              <a:rPr lang="en-IN" dirty="0"/>
              <a:t> — Generate flashcards in different languages. </a:t>
            </a:r>
          </a:p>
          <a:p>
            <a:pPr lvl="0"/>
            <a:r>
              <a:rPr lang="en-IN" b="1" dirty="0"/>
              <a:t>Online deployment</a:t>
            </a:r>
            <a:r>
              <a:rPr lang="en-IN" dirty="0"/>
              <a:t> — Make the application accessible through a public web link.</a:t>
            </a:r>
          </a:p>
          <a:p>
            <a:pPr marL="305435" indent="-305435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7C38BC-22B3-37B2-E0C3-812020A76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dirty="0"/>
              <a:t>Google Gemini API Documentation </a:t>
            </a:r>
          </a:p>
          <a:p>
            <a:pPr lvl="0"/>
            <a:r>
              <a:rPr lang="en-IN" sz="2400" dirty="0" err="1"/>
              <a:t>Streamlit</a:t>
            </a:r>
            <a:r>
              <a:rPr lang="en-IN" sz="2400" dirty="0"/>
              <a:t> Documentation </a:t>
            </a:r>
          </a:p>
          <a:p>
            <a:pPr lvl="0"/>
            <a:r>
              <a:rPr lang="en-IN" sz="2400" dirty="0"/>
              <a:t>Python Documentation </a:t>
            </a:r>
          </a:p>
          <a:p>
            <a:pPr lvl="0"/>
            <a:r>
              <a:rPr lang="en-IN" sz="2400" dirty="0"/>
              <a:t>Google Generative AI Python Library Documentation</a:t>
            </a:r>
          </a:p>
          <a:p>
            <a:pPr marL="305435" indent="-305435"/>
            <a:r>
              <a:rPr lang="en-IN" sz="2400" dirty="0">
                <a:solidFill>
                  <a:schemeClr val="tx1">
                    <a:lumMod val="85000"/>
                    <a:lumOff val="1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I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05435" indent="-305435"/>
            <a:r>
              <a:rPr lang="en-IN" sz="2400" dirty="0">
                <a:solidFill>
                  <a:schemeClr val="tx1">
                    <a:lumMod val="85000"/>
                    <a:lumOff val="1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Python Standard Library — Python 3.14.3 documentation</a:t>
            </a:r>
            <a:endParaRPr lang="en-I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D7422-ED9D-D856-C6AD-0F1A715C2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Deployment link / </a:t>
            </a:r>
            <a:r>
              <a:rPr lang="en-IN" err="1"/>
              <a:t>github</a:t>
            </a:r>
            <a:r>
              <a:rPr lang="en-IN"/>
              <a:t>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C47C2-EF01-12B0-99EA-861F9629D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IN" dirty="0" err="1"/>
              <a:t>Github</a:t>
            </a:r>
            <a:r>
              <a:rPr lang="en-IN"/>
              <a:t> Link: https://github.com/deepanshiagarwal580/AI-Flash-Card-Generator.git</a:t>
            </a:r>
            <a:endParaRPr lang="en-US"/>
          </a:p>
          <a:p>
            <a:pPr marL="305435" indent="-305435"/>
            <a:r>
              <a:rPr lang="en-IN" dirty="0"/>
              <a:t>Deployment: HF, </a:t>
            </a:r>
            <a:r>
              <a:rPr lang="en-IN" dirty="0" err="1"/>
              <a:t>Streamlit</a:t>
            </a:r>
            <a:r>
              <a:rPr lang="en-IN" dirty="0"/>
              <a:t> Link, </a:t>
            </a:r>
            <a:r>
              <a:rPr lang="en-IN" dirty="0" err="1"/>
              <a:t>Gradio</a:t>
            </a:r>
            <a:r>
              <a:rPr lang="en-IN" dirty="0"/>
              <a:t> (OPTIONAL)</a:t>
            </a:r>
          </a:p>
          <a:p>
            <a:pPr marL="305435" indent="-305435"/>
            <a:r>
              <a:rPr lang="en-IN" dirty="0" err="1">
                <a:hlinkClick r:id="rId2"/>
              </a:rPr>
              <a:t>Streamlit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852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65445E-38E9-E70A-5DB3-F32FDF7F0006}"/>
              </a:ext>
            </a:extLst>
          </p:cNvPr>
          <p:cNvSpPr txBox="1"/>
          <p:nvPr/>
        </p:nvSpPr>
        <p:spPr>
          <a:xfrm>
            <a:off x="9579966" y="5529533"/>
            <a:ext cx="2363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Presented by~</a:t>
            </a:r>
          </a:p>
          <a:p>
            <a:r>
              <a:rPr lang="en-US" b="1" i="1" dirty="0"/>
              <a:t>Deepanshi Agarwal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73</TotalTime>
  <Words>762</Words>
  <Application>Microsoft Office PowerPoint</Application>
  <PresentationFormat>Widescreen</PresentationFormat>
  <Paragraphs>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FLASHFORGE AI~ An Intelligent Generative AI-Powered Flashcard Generator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Conclusion</vt:lpstr>
      <vt:lpstr>PowerPoint Presentation</vt:lpstr>
      <vt:lpstr>References</vt:lpstr>
      <vt:lpstr>Deployment link / 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Deepanshi Agarwal</cp:lastModifiedBy>
  <cp:revision>4</cp:revision>
  <dcterms:created xsi:type="dcterms:W3CDTF">2021-05-26T16:50:10Z</dcterms:created>
  <dcterms:modified xsi:type="dcterms:W3CDTF">2026-09-02T07:02:03Z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